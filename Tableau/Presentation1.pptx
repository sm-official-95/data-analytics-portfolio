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4193-65B2-BAEF-8ECD-324EE4ED5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ADFEC-EACE-087B-8803-EC77F4C24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318C4-348A-532E-F5B3-FCBEC4B0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8297D-06CC-D2FF-635E-C08ECE35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ED8A0-3DA2-E8B2-BB14-7D6FB888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13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9B56-5D7E-0EBD-7D22-C3CFD4CDE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11BB0-9311-E3E1-804C-79D585722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9A5ED-3AE6-E4FA-8B14-BC69FFE3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8A633-947C-626E-70E0-0E872671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97E51-7C8F-EC71-C18B-08BAA9FC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14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26360-8BF4-62B6-8B3B-47237074F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4C084-BB50-1C4E-F7AA-082BFDFB6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FA262-BD83-FDDC-9A30-1B18A9F7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A288E-BA3B-797E-C07E-2AC59A9F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82B85-D692-6430-9F11-8CDC78FA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33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6B9B-4972-14E0-92CE-AB9132D5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1DB09-2753-D3F2-F526-CE87191C1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0A9B9-DC09-E50F-3AB7-C18F24A93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52095-A3E5-F873-83A2-655E8B463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D418B-3DC9-86ED-E41A-9CEBC1A5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C531C-1738-621E-9D08-534962FA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55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510F-CFED-CB53-9A86-CCDC7D8A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56A27-7836-D182-2E18-40ADE5861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0B71F-0C11-7C93-3F9D-08A67B566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914EF-B882-0AF9-D372-841F28A98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17861-81D9-7DB1-4BE5-4062BDF61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A2953-D225-2482-C313-6BF81C8AC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391C6-84F4-71CA-BE2C-672E03885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F95DE-FA38-0B99-8618-3B813431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35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A8695-52E9-C85F-8627-1A8FDBAD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78616-4051-83A6-82F6-2D787233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1E594-A1FA-A9D5-7FFF-B12DCFD4B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A4A6F-64DD-4AAA-28A4-66CF6CE1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13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D4A9FD-387C-C413-B5DA-2922B392B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2B70-D5A0-2DB1-5AEF-736AAAF5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E172-D1E0-356E-6B4A-0D545CBE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00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9AABB-D3DE-DFCD-D41C-C0388FA8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87F31-4D9D-B630-4A7F-3011649B8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E0AA6-79BA-0398-2AB0-3CB573DD4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8B2EF-F1E3-EF11-D67E-70B9C8AD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1F0C7-DCC0-EBCE-1EAF-94595BFBA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B83D9-662C-B0B5-0BE0-6FBEFDA4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809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FCEBB-D5D7-BC5A-5694-7CED8651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BBB10-BA49-71A2-B426-2216C98D1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0FF60-63E8-1510-1A95-CFFE5527B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988DE-FC3A-AF81-DF14-6A936CF9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C1C44-C231-3DF7-B755-AA715A91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187A4-1B2E-44B5-DB5D-4A4A33FF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77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B0245-5504-D24D-9F5E-99E2E6A3F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EE066-7E31-1F09-8EC4-554BFDA4D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D4320-DF00-9B5A-FC0E-4A50B6A8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BE4CA-BAEE-A381-AE5A-B51C6634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FD095-8AC1-3B75-26C8-8C1F064B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78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21C89-DC5B-A7C8-73C5-7921E506C2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B5D58-9FF1-F714-1A19-2E7386508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94E1B-B799-EC5C-AC79-F7B43FDC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B1F2F-E342-720B-CB9D-F6B5CFF8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A63AD-FFD4-AC74-BFF0-699FB849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70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EF452C-0348-224A-11E3-0B31A298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96B3A-13CD-0AB9-3CEC-75BF95CB1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572A5-D0AC-4444-DFAB-04A1B4AB7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646FC-D8D1-4E23-A145-5407A6AB51C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9E2E4-0E44-81D5-4AD7-29ED20447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E9362-E8B6-AFC2-8BA7-83791D78F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A3A42-EEA0-480E-92EE-418319475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129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15334-C29A-2BCD-82C9-585CC3855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383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1010E9-1B57-BCFC-1283-9635CF474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19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6D0F-1901-DACA-CABA-069C988C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Dataset Overview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B805F59-1ABA-4C0E-E641-939059DAB95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" r="419"/>
          <a:stretch>
            <a:fillRect/>
          </a:stretch>
        </p:blipFill>
        <p:spPr>
          <a:xfrm>
            <a:off x="4449452" y="987425"/>
            <a:ext cx="7456602" cy="49840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F3E5092-B104-7887-EABE-7E5ECFF2047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331981"/>
            <a:ext cx="2685837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source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fields: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Sales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Quantity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Invoice Date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Gender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Shopping Mall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Product Category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Data preparation steps</a:t>
            </a:r>
            <a:endParaRPr 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68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38EF-C2BD-7FBB-0523-460FB7972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1A5EF2F-5CE4-660F-9C93-0136579A95C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3" r="123" b="1402"/>
          <a:stretch>
            <a:fillRect/>
          </a:stretch>
        </p:blipFill>
        <p:spPr>
          <a:xfrm>
            <a:off x="4656841" y="992188"/>
            <a:ext cx="7362334" cy="480529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E00FE-A5AF-6B13-E0CB-1C5737020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Topics: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Dashboard Components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Filters &amp; Interactivity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KPI Cards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Charts &amp; Visualizations 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244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54BF-1351-BC56-A896-BFCDD8DF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351" y="3091992"/>
            <a:ext cx="9945278" cy="876693"/>
          </a:xfrm>
        </p:spPr>
        <p:txBody>
          <a:bodyPr/>
          <a:lstStyle/>
          <a:p>
            <a:pPr algn="ctr"/>
            <a:r>
              <a:rPr lang="en-IN" u="sng" dirty="0"/>
              <a:t>KPI Performance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838826A-6723-E999-28C2-857481444E3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6" b="40011"/>
          <a:stretch>
            <a:fillRect/>
          </a:stretch>
        </p:blipFill>
        <p:spPr>
          <a:xfrm>
            <a:off x="1203489" y="556181"/>
            <a:ext cx="8993597" cy="226243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BA2EE-566D-163D-24CC-F1C9C3C5C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25244" y="4242063"/>
            <a:ext cx="7277493" cy="2351985"/>
          </a:xfrm>
        </p:spPr>
        <p:txBody>
          <a:bodyPr>
            <a:normAutofit/>
          </a:bodyPr>
          <a:lstStyle/>
          <a:p>
            <a:r>
              <a:rPr lang="en-US" dirty="0"/>
              <a:t>Topics: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Sales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Quantity Sold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Order Value (AOV)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Invoices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Performance Summary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8696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EDEA-E5E6-FA99-699C-B1D9A3EB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by Category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73D12F7-97E5-A7BF-5F83-A4A9595183C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" t="282" r="1127" b="-282"/>
          <a:stretch>
            <a:fillRect/>
          </a:stretch>
        </p:blipFill>
        <p:spPr>
          <a:xfrm>
            <a:off x="5175315" y="1620739"/>
            <a:ext cx="6391373" cy="33385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04E59-4F3B-FA7C-32AA-53377CD47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52626"/>
            <a:ext cx="3932237" cy="3116361"/>
          </a:xfrm>
        </p:spPr>
        <p:txBody>
          <a:bodyPr/>
          <a:lstStyle/>
          <a:p>
            <a:r>
              <a:rPr lang="en-US" dirty="0"/>
              <a:t>Topics: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Highest Revenue Category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Category Comparison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Tree map Visualization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Impact of Product Categories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71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2811-EA3B-C90B-A8C7-18A75888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137565" cy="1600200"/>
          </a:xfrm>
        </p:spPr>
        <p:txBody>
          <a:bodyPr/>
          <a:lstStyle/>
          <a:p>
            <a:r>
              <a:rPr lang="en-IN" u="sng" dirty="0"/>
              <a:t>Sales by Payment Mode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30251F-C0AA-21D9-A4A3-3133D787FC1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" b="667"/>
          <a:stretch>
            <a:fillRect/>
          </a:stretch>
        </p:blipFill>
        <p:spPr>
          <a:xfrm>
            <a:off x="5392132" y="987426"/>
            <a:ext cx="5963255" cy="43325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343AB-1885-DEB7-CB5F-0CD922B40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1798"/>
            <a:ext cx="3932237" cy="3267190"/>
          </a:xfrm>
        </p:spPr>
        <p:txBody>
          <a:bodyPr/>
          <a:lstStyle/>
          <a:p>
            <a:r>
              <a:rPr lang="en-US" dirty="0"/>
              <a:t>Topics: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Cash vs Credit Card vs Debit Card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Preferred Payment Method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Payment Distribution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Transaction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006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9C59-CAD7-42EE-E965-DB2858F1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Sales by Gender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574FD9E-04CC-C1BA-520A-EE9D3F7E9B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" r="1794"/>
          <a:stretch>
            <a:fillRect/>
          </a:stretch>
        </p:blipFill>
        <p:spPr>
          <a:xfrm>
            <a:off x="5363852" y="987426"/>
            <a:ext cx="6231116" cy="45181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7BDC2-37CF-031D-9918-9AA8B86F9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84602"/>
            <a:ext cx="3932237" cy="2984386"/>
          </a:xfrm>
        </p:spPr>
        <p:txBody>
          <a:bodyPr/>
          <a:lstStyle/>
          <a:p>
            <a:r>
              <a:rPr lang="en-US" dirty="0"/>
              <a:t>Topics: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 vs Female Contribution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Behavior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Segmentation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Marketing Opportunities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55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E217-AB6E-984F-765F-D6355044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Monthly Sales Trend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1D034D1-BCFA-A37F-A0B1-CC28D8990B2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0" t="-1" r="897" b="-163"/>
          <a:stretch>
            <a:fillRect/>
          </a:stretch>
        </p:blipFill>
        <p:spPr>
          <a:xfrm>
            <a:off x="5149856" y="987425"/>
            <a:ext cx="6709064" cy="451782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A43C0-CEE3-AE53-CAD7-C3B2ADA09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58358"/>
            <a:ext cx="3932237" cy="3210629"/>
          </a:xfrm>
        </p:spPr>
        <p:txBody>
          <a:bodyPr/>
          <a:lstStyle/>
          <a:p>
            <a:r>
              <a:rPr lang="en-US" dirty="0"/>
              <a:t>Topics: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Monthly Sales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 Trends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Peak &amp; Low Sales Periods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Time-Series Insights</a:t>
            </a:r>
          </a:p>
        </p:txBody>
      </p:sp>
    </p:spTree>
    <p:extLst>
      <p:ext uri="{BB962C8B-B14F-4D97-AF65-F5344CB8AC3E}">
        <p14:creationId xmlns:p14="http://schemas.microsoft.com/office/powerpoint/2010/main" val="4246203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DD74-CE0A-3B22-E8EF-40377725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Shopping Mall Performance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9FCC144-795B-24C8-0F11-9C376E36B09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" t="-1" r="252" b="-163"/>
          <a:stretch>
            <a:fillRect/>
          </a:stretch>
        </p:blipFill>
        <p:spPr>
          <a:xfrm>
            <a:off x="5524106" y="987425"/>
            <a:ext cx="6381947" cy="427531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A5D4B-2DC2-1E9B-15E9-412C6E0B4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48932"/>
            <a:ext cx="3932237" cy="3220056"/>
          </a:xfrm>
        </p:spPr>
        <p:txBody>
          <a:bodyPr/>
          <a:lstStyle/>
          <a:p>
            <a:r>
              <a:rPr lang="en-US" dirty="0"/>
              <a:t>Topics: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Performing Malls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Comparison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Traffic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Location-Based Business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315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3D0154-1989-36D1-D203-A368C57E8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09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6A653B-BB50-8C92-1706-96BAF53D0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61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2EF520-3890-C090-2C68-C7235DC4D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0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150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Dataset Overview</vt:lpstr>
      <vt:lpstr>Dashboard Overview</vt:lpstr>
      <vt:lpstr>KPI Performance Analysis</vt:lpstr>
      <vt:lpstr>Sales by Category Analysis</vt:lpstr>
      <vt:lpstr>Sales by Payment Mode</vt:lpstr>
      <vt:lpstr>Sales by Gender</vt:lpstr>
      <vt:lpstr>Monthly Sales Trend Analysis</vt:lpstr>
      <vt:lpstr>Shopping Mall Performance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Suvodip Mistry</dc:creator>
  <cp:lastModifiedBy>Suvodip Mistry</cp:lastModifiedBy>
  <cp:revision>1</cp:revision>
  <dcterms:created xsi:type="dcterms:W3CDTF">2026-05-18T21:45:57Z</dcterms:created>
  <dcterms:modified xsi:type="dcterms:W3CDTF">2026-05-18T21:58:43Z</dcterms:modified>
</cp:coreProperties>
</file>